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126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두승현 msong5000" userId="ec10df79216ee664" providerId="LiveId" clId="{21EE844B-8978-48A1-9C4E-EEBEC22C66C4}"/>
    <pc:docChg chg="modSld">
      <pc:chgData name="두승현 msong5000" userId="ec10df79216ee664" providerId="LiveId" clId="{21EE844B-8978-48A1-9C4E-EEBEC22C66C4}" dt="2026-07-17T07:38:43.916" v="110" actId="20577"/>
      <pc:docMkLst>
        <pc:docMk/>
      </pc:docMkLst>
      <pc:sldChg chg="modSp mod">
        <pc:chgData name="두승현 msong5000" userId="ec10df79216ee664" providerId="LiveId" clId="{21EE844B-8978-48A1-9C4E-EEBEC22C66C4}" dt="2026-07-17T07:38:17.891" v="43" actId="20577"/>
        <pc:sldMkLst>
          <pc:docMk/>
          <pc:sldMk cId="0" sldId="256"/>
        </pc:sldMkLst>
        <pc:spChg chg="mod">
          <ac:chgData name="두승현 msong5000" userId="ec10df79216ee664" providerId="LiveId" clId="{21EE844B-8978-48A1-9C4E-EEBEC22C66C4}" dt="2026-07-17T07:38:17.891" v="43" actId="20577"/>
          <ac:spMkLst>
            <pc:docMk/>
            <pc:sldMk cId="0" sldId="256"/>
            <ac:spMk id="9" creationId="{00000000-0000-0000-0000-000000000000}"/>
          </ac:spMkLst>
        </pc:spChg>
      </pc:sldChg>
      <pc:sldChg chg="modSp mod">
        <pc:chgData name="두승현 msong5000" userId="ec10df79216ee664" providerId="LiveId" clId="{21EE844B-8978-48A1-9C4E-EEBEC22C66C4}" dt="2026-07-17T07:38:43.916" v="110" actId="20577"/>
        <pc:sldMkLst>
          <pc:docMk/>
          <pc:sldMk cId="0" sldId="257"/>
        </pc:sldMkLst>
        <pc:spChg chg="mod">
          <ac:chgData name="두승현 msong5000" userId="ec10df79216ee664" providerId="LiveId" clId="{21EE844B-8978-48A1-9C4E-EEBEC22C66C4}" dt="2026-07-17T07:38:43.916" v="110" actId="20577"/>
          <ac:spMkLst>
            <pc:docMk/>
            <pc:sldMk cId="0" sldId="257"/>
            <ac:spMk id="12" creationId="{00000000-0000-0000-0000-000000000000}"/>
          </ac:spMkLst>
        </pc:spChg>
      </pc:sldChg>
      <pc:sldChg chg="modSp mod">
        <pc:chgData name="두승현 msong5000" userId="ec10df79216ee664" providerId="LiveId" clId="{21EE844B-8978-48A1-9C4E-EEBEC22C66C4}" dt="2026-07-17T07:37:07.898" v="1" actId="20577"/>
        <pc:sldMkLst>
          <pc:docMk/>
          <pc:sldMk cId="0" sldId="258"/>
        </pc:sldMkLst>
        <pc:spChg chg="mod">
          <ac:chgData name="두승현 msong5000" userId="ec10df79216ee664" providerId="LiveId" clId="{21EE844B-8978-48A1-9C4E-EEBEC22C66C4}" dt="2026-07-17T07:37:07.898" v="1" actId="20577"/>
          <ac:spMkLst>
            <pc:docMk/>
            <pc:sldMk cId="0" sldId="258"/>
            <ac:spMk id="14" creationId="{00000000-0000-0000-0000-000000000000}"/>
          </ac:spMkLst>
        </pc:spChg>
      </pc:sldChg>
      <pc:sldChg chg="modSp mod">
        <pc:chgData name="두승현 msong5000" userId="ec10df79216ee664" providerId="LiveId" clId="{21EE844B-8978-48A1-9C4E-EEBEC22C66C4}" dt="2026-07-17T07:37:31.924" v="18" actId="20577"/>
        <pc:sldMkLst>
          <pc:docMk/>
          <pc:sldMk cId="0" sldId="259"/>
        </pc:sldMkLst>
        <pc:spChg chg="mod">
          <ac:chgData name="두승현 msong5000" userId="ec10df79216ee664" providerId="LiveId" clId="{21EE844B-8978-48A1-9C4E-EEBEC22C66C4}" dt="2026-07-17T07:37:31.924" v="18" actId="20577"/>
          <ac:spMkLst>
            <pc:docMk/>
            <pc:sldMk cId="0" sldId="259"/>
            <ac:spMk id="12" creationId="{00000000-0000-0000-0000-000000000000}"/>
          </ac:spMkLst>
        </pc:spChg>
      </pc:sldChg>
      <pc:sldChg chg="modSp mod">
        <pc:chgData name="두승현 msong5000" userId="ec10df79216ee664" providerId="LiveId" clId="{21EE844B-8978-48A1-9C4E-EEBEC22C66C4}" dt="2026-07-17T07:37:44.433" v="21" actId="20577"/>
        <pc:sldMkLst>
          <pc:docMk/>
          <pc:sldMk cId="0" sldId="261"/>
        </pc:sldMkLst>
        <pc:spChg chg="mod">
          <ac:chgData name="두승현 msong5000" userId="ec10df79216ee664" providerId="LiveId" clId="{21EE844B-8978-48A1-9C4E-EEBEC22C66C4}" dt="2026-07-17T07:37:44.433" v="21" actId="20577"/>
          <ac:spMkLst>
            <pc:docMk/>
            <pc:sldMk cId="0" sldId="261"/>
            <ac:spMk id="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9127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me_9.5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89520" y="0"/>
            <a:ext cx="45994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89520" y="0"/>
            <a:ext cx="4599432" cy="6858000"/>
          </a:xfrm>
          <a:prstGeom prst="rect">
            <a:avLst/>
          </a:prstGeom>
          <a:solidFill>
            <a:srgbClr val="0B0B0C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코디세이 · AI 네이티브 부트캠프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94360" y="14630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라이온 에센스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640080" y="26974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영상 광고 스토리보드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40080" y="3429000"/>
            <a:ext cx="201168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640080" y="3657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사자처럼, 윤기있는 머리를 위해 라이온 에센스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59436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10초 · 4씬 · </a:t>
            </a:r>
            <a:r>
              <a:rPr lang="en-US" sz="1300" b="1" dirty="0">
                <a:solidFill>
                  <a:srgbClr val="E8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 Banana + Kling + </a:t>
            </a:r>
            <a:r>
              <a:rPr lang="en-US" sz="1300" b="1" dirty="0" err="1">
                <a:solidFill>
                  <a:srgbClr val="E8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KlingVoice</a:t>
            </a:r>
            <a:r>
              <a:rPr lang="en-US" sz="1300" b="1" dirty="0">
                <a:solidFill>
                  <a:srgbClr val="E8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CapCut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브랜드 개요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solidFill>
            <a:srgbClr val="1B21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0" y="173736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라이온 에센스 — 헤어 에센스 (볼륨·윤기 케어)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1064240" cy="777240"/>
          </a:xfrm>
          <a:prstGeom prst="rect">
            <a:avLst/>
          </a:prstGeom>
          <a:solidFill>
            <a:srgbClr val="1B21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0" y="265176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20~40대 남성, 부스스하고 윤기 없는 머리 고민 + B급 유머 취향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11064240" cy="777240"/>
          </a:xfrm>
          <a:prstGeom prst="rect">
            <a:avLst/>
          </a:prstGeom>
          <a:solidFill>
            <a:srgbClr val="1B21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2960" y="35661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톤앤매너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356616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"대사는 최소한으로, 확신에 찬 짧은 대사만" — </a:t>
            </a:r>
            <a:r>
              <a:rPr lang="ko-KR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짧고 굵게 임팩트를 주는 것이 의도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11064240" cy="777240"/>
          </a:xfrm>
          <a:prstGeom prst="rect">
            <a:avLst/>
          </a:prstGeom>
          <a:solidFill>
            <a:srgbClr val="1B21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22960" y="4480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448056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아르간오일(코팅·광택) · 덱스판테놀(보습·케어)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394960"/>
            <a:ext cx="11064240" cy="777240"/>
          </a:xfrm>
          <a:prstGeom prst="rect">
            <a:avLst/>
          </a:prstGeom>
          <a:solidFill>
            <a:srgbClr val="1B21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2960" y="53949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카피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43200" y="539496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"사자처럼, 윤기있는 머리를 위해 라이온 에센스"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me_0.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502920"/>
            <a:ext cx="5577840" cy="2889504"/>
          </a:xfrm>
          <a:prstGeom prst="rect">
            <a:avLst/>
          </a:prstGeom>
        </p:spPr>
      </p:pic>
      <p:pic>
        <p:nvPicPr>
          <p:cNvPr id="3" name="Image 1" descr="frame_2.1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3465576"/>
            <a:ext cx="5577840" cy="288950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3600" y="4572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1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943600" y="4572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0:00 – 0:02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943600" y="7772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절망 (문제 제시)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943600" y="17373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943600" y="2011680"/>
            <a:ext cx="5669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면접 1시간 전, 부스스한 머리를 발견하고 절망하는 순간 — 절박함으로 문제 상황을 각인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943600" y="28529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대사 / 나레이션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943600" y="31272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"한 시간 뒤가 면접인데... 이 머리, 대체 어떡하지"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943600" y="38404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텍스트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943600" y="41148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"면접 1시간 전" (편집 단계 오버레이)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943600" y="482803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도구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943600" y="5102352"/>
            <a:ext cx="5669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 Banana(이미지) · Kling Multi Shot(영상+대사) 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me_3.5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502920"/>
            <a:ext cx="5577840" cy="2889504"/>
          </a:xfrm>
          <a:prstGeom prst="rect">
            <a:avLst/>
          </a:prstGeom>
        </p:spPr>
      </p:pic>
      <p:pic>
        <p:nvPicPr>
          <p:cNvPr id="3" name="Image 1" descr="frame_4.2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3465576"/>
            <a:ext cx="5577840" cy="288950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3600" y="4572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2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943600" y="4572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0:02 – 0:05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943600" y="7772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등장 + 변신 + 제시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943600" y="17373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943600" y="2011680"/>
            <a:ext cx="5669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사자가 인간(갈기맨)으로 변신해 에센스를 제시 — "라이온" 브랜드명을 서사로 직설적으로 시각화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943600" y="28529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대사 / 나레이션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943600" y="31272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"이걸... 써봐"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943600" y="38404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도구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943600" y="4114800"/>
            <a:ext cx="5669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 Banana(이미지) · Kling(개별 생성+Multi Shot, 골드 플래시 내장) · Kling(효과음)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me_5.8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502920"/>
            <a:ext cx="5577840" cy="2889504"/>
          </a:xfrm>
          <a:prstGeom prst="rect">
            <a:avLst/>
          </a:prstGeom>
        </p:spPr>
      </p:pic>
      <p:pic>
        <p:nvPicPr>
          <p:cNvPr id="3" name="Image 1" descr="frame_7.2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3465576"/>
            <a:ext cx="5577840" cy="288950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3600" y="4572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3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943600" y="4572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0:05 – 0:07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943600" y="7772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 + 변신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943600" y="17373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943600" y="2011680"/>
            <a:ext cx="5669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에센스 도포 후 즉시 변신 완료 — 동일 인물 유지, 헤어 상태만 극적으로 개선(갸스비 원리: 과정 생략)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943600" y="28529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대사 / 나레이션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943600" y="31272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"이게... 라이온 에센스다"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943600" y="38404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도구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943600" y="41148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 Banana(이미지) · Kling Multi Shot(영상+대사)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me_8.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502920"/>
            <a:ext cx="5577840" cy="2889504"/>
          </a:xfrm>
          <a:prstGeom prst="rect">
            <a:avLst/>
          </a:prstGeom>
        </p:spPr>
      </p:pic>
      <p:pic>
        <p:nvPicPr>
          <p:cNvPr id="3" name="Image 1" descr="frame_9.5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3465576"/>
            <a:ext cx="5577840" cy="288950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3600" y="4572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4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943600" y="4572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0:07 – 0:10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943600" y="7772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캐치프레이즈 (CTA)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943600" y="17373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943600" y="2011680"/>
            <a:ext cx="5669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사자 포효로 수미상관 콜백 → 제품+카피로 마지막 임팩트 극대화. 브랜드 노출은 씬2·3에서 이미 확보되어 성분 시각화 생략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943600" y="28529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대사 / 나레이션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943600" y="3127248"/>
            <a:ext cx="5669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"사자처럼, 윤기있는 머리를 위해 라이온 에센스" (Kling 네이티브 보이스오버)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943600" y="396849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텍스트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943600" y="42428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"사자처럼, 윤기있는 머리를 위해 라이온 에센스"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943600" y="49560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도구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943600" y="5230368"/>
            <a:ext cx="5669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 Banana(이미지) · Kling(보이스오버 </a:t>
            </a:r>
            <a:r>
              <a:rPr lang="en-US" sz="1200" dirty="0" err="1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내장</a:t>
            </a:r>
            <a:r>
              <a:rPr lang="en-US" sz="12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 LOG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수정 전 / 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39312" cy="4572000"/>
          </a:xfrm>
          <a:prstGeom prst="rect">
            <a:avLst/>
          </a:prstGeom>
          <a:solidFill>
            <a:srgbClr val="1B21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씬1 — 폰 알림 텍스트 오류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 전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3182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스마트폰 화면에 "면접 1시간 전" 알림 텍스트를 AI가 직접 렌더링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4023360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텍스트가 깨져서 노출됨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4800600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 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5029200"/>
            <a:ext cx="3182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폰 소품을 제거하고, 상단 여백을 비워 편집 단계에서 자막으로 오버레이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70832" y="1691640"/>
            <a:ext cx="3639312" cy="4572000"/>
          </a:xfrm>
          <a:prstGeom prst="rect">
            <a:avLst/>
          </a:prstGeom>
          <a:solidFill>
            <a:srgbClr val="1B21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599432" y="1874520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씬3 — 변신 컷 정체성 붕괴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99432" y="2606040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 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99432" y="2834640"/>
            <a:ext cx="3182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마스터1(갈기맨)+마스터2(남학생)를 동시 첨부해 헤어스타일만 바뀌길 기대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99432" y="3794760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99432" y="4023360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얼굴까지 마스터1로 바꿔버림 (다른 사람이 됨)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99432" y="4800600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 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99432" y="5029200"/>
            <a:ext cx="3182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마스터2만 첨부, "정체성이 바뀌지 않음"을 명시 + 장발 금지 조건 추가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93024" y="1691640"/>
            <a:ext cx="3639312" cy="4572000"/>
          </a:xfrm>
          <a:prstGeom prst="rect">
            <a:avLst/>
          </a:prstGeom>
          <a:solidFill>
            <a:srgbClr val="1B21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421624" y="1874520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씬4 — 성분 시각화 과다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21624" y="2606040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 전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21624" y="2834640"/>
            <a:ext cx="3182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아르간오일·덱스판테놀 매크로 컷 2개 + 제품 컷, 총 3컷(컷당 1초)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21624" y="3794760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21624" y="4023360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브랜드 노출이 씬2·3에 이미 있어 성분 컷의 실익이 낮고 템포만 빨라짐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21624" y="4800600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 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21624" y="5029200"/>
            <a:ext cx="3182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성분 컷 삭제, 제품+카피 1컷에 3초 전체 할당 + 사자 콜백 추가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OUTPUT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완성 스펙 &amp; 사용 도구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길이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60320" y="1737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9.94초 (10초 이내)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3042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0" y="23042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1920×1080, 30fps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8712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0" y="287121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H.264(영상) / AAC(오디오)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43814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전환 연출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343814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골드 플래시(씬1→2, 씬2 내부) · 사운드 브릿지(씬2→3) · 스매시컷(씬3→4)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5528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제작 파이프라인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55280" y="2194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 Banana — 이미지 생성 (마스터 4장 + 세부 컷)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55280" y="27614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Kling — 영상 생성, Multi Shot, 네이티브 대사/보이스오버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55280" y="332841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Suno — BGM · 효과음 · 사운드 시그니처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55280" y="389534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CapCut — 컷 편집 · 자막 · 색보정 · 최종 출력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434840"/>
            <a:ext cx="10881360" cy="0"/>
          </a:xfrm>
          <a:prstGeom prst="line">
            <a:avLst/>
          </a:prstGeom>
          <a:noFill/>
          <a:ln w="12700">
            <a:solidFill>
              <a:srgbClr val="1B21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080" y="48463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E8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"사자처럼, 윤기있는 머리를 위해 라이온 에센스"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코디세이 AI 네이티브 부트캠프 · AI 영상제작 과제 제출본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664</Words>
  <Application>Microsoft Office PowerPoint</Application>
  <PresentationFormat>와이드스크린</PresentationFormat>
  <Paragraphs>105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두승현 msong5000</cp:lastModifiedBy>
  <cp:revision>1</cp:revision>
  <dcterms:created xsi:type="dcterms:W3CDTF">2026-07-17T07:29:32Z</dcterms:created>
  <dcterms:modified xsi:type="dcterms:W3CDTF">2026-07-17T07:38:45Z</dcterms:modified>
</cp:coreProperties>
</file>